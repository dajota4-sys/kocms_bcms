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 모형을 왜 쓰는지와 어떻게 설명할지를 한 장으로 말씀드립니다. 이유는 세 가지입니다. 첫째, Arias와 Białas는 BCMS가 조직 회복탄력성을 뒷받침한다고 서술하지만 연결 상태와의 관련성을 측정하지 않았으므로 이를 검증할 모형이 필요합니다. 둘째, 결과 개념인 조직회복탄력성에는 Duchek의 세 역량 틀에 기반한 ORAS가 있어 결과를 세 역량으로 나눠 설명할 수 있습니다. 셋째, ORAS 저자도 인과를 확정할 수 없다고 밝히듯 횡단 자기보고 자료는 구조적 관련성으로 말하는 것이 정직합니다. 설명은 개념 정의, 가설 검증, 해석의 세 단계로 하며, 가설별 연결 영역은 제 해석이고 검증 대상입니다. 출처: Arias p.1 A68; Białas p.1 B23; ORAS p.3, 6,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892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1737360"/>
            <a:ext cx="10332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14400" y="365760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BCMS 연계성 연구 · 연구 모형 활용 근거 · V5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892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82296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연구 모형을 쓰는 이유와, 모형으로 설명하는 방법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892B"/>
                </a:solidFill>
              </a:rPr>
              <a:t>연구 모형 (활용 근거)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왜 연구 모형인가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4617720" cy="13258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83080"/>
            <a:ext cx="82296" cy="132588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379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DB5"/>
                </a:solidFill>
              </a:rPr>
              <a:t>①  서술은 있으나 실증이 없다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Arias는 BCMS 프로세스 참조모델이 조직 회복탄력성 강화를 목표로 한다고(A68, p.1), Białas는 BCMS가 회복탄력성을 뒷받침한다고(B23, p.1) 서술한다. 두 논문 모두 연결 상태와의 관련성은 측정하지 않았다 → 관련성을 검증할 모형이 필요.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4617720" cy="13258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200400"/>
            <a:ext cx="82296" cy="1325880"/>
          </a:xfrm>
          <a:prstGeom prst="rect">
            <a:avLst/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255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9B63"/>
                </a:solidFill>
              </a:rPr>
              <a:t>②  결과 개념에 구조가 있다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3566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ORAS는 Duchek(2020)의 세 역량 틀(p.3)에 기반하고 역량별 12문항(p.6)이다 → 결과를 H1a–c로 나눠 “어떤 연결이 어떤 역량과 관련되는가”를 설명할 수 있다. 단, ORAS는 초기 검증 단계(N≈130).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617720"/>
            <a:ext cx="4617720" cy="1325880"/>
          </a:xfrm>
          <a:prstGeom prst="rect">
            <a:avLst/>
          </a:prstGeom>
          <a:solidFill>
            <a:srgbClr val="F3F6FA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4617720"/>
            <a:ext cx="82296" cy="1325880"/>
          </a:xfrm>
          <a:prstGeom prst="rect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6725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892B"/>
                </a:solidFill>
              </a:rPr>
              <a:t>③  인과가 아닌 관련성을 말하기 위해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49834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ORAS 저자도 자료는 가능한 연결을 시사할 뿐 확정적 인과를 설정할 수 없다고 밝힌다(p.17). 횡단 자기보고 자료는 구조적 관련성 모형이 정직한 해석 틀이다.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40680" y="137160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어떻게 모형으로 설명할 것인가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40680" y="1783080"/>
            <a:ext cx="1975104" cy="73152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50408" y="1828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개념 정의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550408" y="210312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연계성(측정모형 확정 후) · 조직회복탄력성(ORAS 3역량)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52944" y="1783080"/>
            <a:ext cx="1975104" cy="731520"/>
          </a:xfrm>
          <a:prstGeom prst="rect">
            <a:avLst/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62672" y="1828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가설 검증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662672" y="210312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H1 전체 + H1a–c 역량별 구조적 관련성(SEM)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665208" y="1783080"/>
            <a:ext cx="1975104" cy="731520"/>
          </a:xfrm>
          <a:prstGeom prst="rect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74936" y="1828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 해석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774936" y="210312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방향·크기·역량별 차이, 인과 표현 금지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2606040"/>
          <a:ext cx="619963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651760"/>
                <a:gridCol w="2404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가설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연결 측면 (연구자 해석 · 검증 대상)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ORAS 근거 (Duchek 역량 서술, p.3)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H1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프로세스 연계성 전체 → 조직회복탄력성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회복탄력성은 세 역량으로 구성 (O07)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H1a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Anticipation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요구사항→BIA→리스크평가→전략·계획 등 사전 준비 연결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준비는 위험관리·비상계획·BCP 통찰을 통합 (O08)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H1b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Coping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사고대응·훈련·경보·복구 등 대응 연결 (INC·EXE·WARN·REC)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중단 발생 시 대처, 위기관리와 명확한 연결 (O09)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H1c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Adaptation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평가·감사→개선→변경 연결 (PERF·AUD·CI·CHG)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예기치 못한 사건에 적응·전환하는 능력 (O10)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5440680" y="5349240"/>
            <a:ext cx="6199632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6B7A9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623560" y="5376672"/>
            <a:ext cx="5833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</a:rPr>
              <a:t>해석 원칙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(+) 방향은 사전가설이며 결과로 확인 · “구조적 관련성·예측관계”로 표현 · 역량별 계수 차이로 연결 영역별 의미를 설명 · 조직 단위·공통방법편의 검토 · 상위요인/개별 결과 선택은 측정모형 확인 후 결정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48640" y="6053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출처  Arias-Aranda 외(2026) p.1 (A68) · Białas(2010) p.1 (B23) · Domínguez-Ortega, Marynissen &amp; Errea Rodríguez(2026) JCCM 34:e70164, p.3(O07–O10)·6·17 (PDF 문자열 대조 10/10). 가설별 “연결 측면” 배정은 연구자 해석이며 문헌이 직접 서술한 것이 아님.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MS Story">
  <a:themeElements>
    <a:clrScheme name="BCMS Story">
      <a:dk1>
        <a:srgbClr val="1F2937"/>
      </a:dk1>
      <a:lt1>
        <a:srgbClr val="FFFFFF"/>
      </a:lt1>
      <a:dk2>
        <a:srgbClr val="14213D"/>
      </a:dk2>
      <a:lt2>
        <a:srgbClr val="F3F6FA"/>
      </a:lt2>
      <a:accent1>
        <a:srgbClr val="E8892B"/>
      </a:accent1>
      <a:accent2>
        <a:srgbClr val="2F6DB5"/>
      </a:accent2>
      <a:accent3>
        <a:srgbClr val="3E9B63"/>
      </a:accent3>
      <a:accent4>
        <a:srgbClr val="D6A21A"/>
      </a:accent4>
      <a:accent5>
        <a:srgbClr val="C0392B"/>
      </a:accent5>
      <a:accent6>
        <a:srgbClr val="6B7A90"/>
      </a:accent6>
      <a:hlink>
        <a:srgbClr val="2F6DB5"/>
      </a:hlink>
      <a:folHlink>
        <a:srgbClr val="6B7A90"/>
      </a:folHlink>
    </a:clrScheme>
    <a:fontScheme name="BCMS Story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 모형의 활용 이유와 설명 방식 (V5)</dc:title>
  <dc:subject>PptxGenJS Presentation</dc:subject>
  <dc:creator>박사논문 프로젝트</dc:creator>
  <cp:lastModifiedBy>박사논문 프로젝트</cp:lastModifiedBy>
  <cp:revision>1</cp:revision>
  <dcterms:created xsi:type="dcterms:W3CDTF">2026-10-09T09:06:33Z</dcterms:created>
  <dcterms:modified xsi:type="dcterms:W3CDTF">2026-10-09T09:06:33Z</dcterms:modified>
</cp:coreProperties>
</file>